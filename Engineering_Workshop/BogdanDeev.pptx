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3781F0-3552-4DAE-AF27-25E5D272F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0228FB7-A1E1-45AB-9310-EB6E555E9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568890-9C9A-4BD9-BAC0-8B4FE75EE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4458-6194-4C25-9EE7-6242DD9648E6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AFA5AF-84E8-4588-A76A-27112B12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616524-880C-49C5-A0DC-8A1DDEF35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81FE-BB12-47BB-99F1-4B76F74D8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378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0C4A0-7402-498D-A151-D9DFAEFAD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CE0C5F-C60D-41A0-B111-687655824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89C354-0475-451F-BA8C-C02F0533B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4458-6194-4C25-9EE7-6242DD9648E6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5CB20B-5983-4E42-AD7E-CB53E3402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F2E8F8-7131-47F5-B98A-3C73F65E4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81FE-BB12-47BB-99F1-4B76F74D8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778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9939C0-4C02-435E-B9D0-75B7DF1E3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65A348-2EBF-4D5E-85A9-149548DBA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DB3B07-9BFF-43DA-96F8-44FE7AF7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4458-6194-4C25-9EE7-6242DD9648E6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16989B-54F3-4F50-9508-9A6163D0F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ED3F68-4862-41C5-B890-C059750F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81FE-BB12-47BB-99F1-4B76F74D8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483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051DDF-0F33-4D5E-A1E1-26B11A0E1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2EE078-9313-48BF-AB0D-8BACFEACA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F25B406-A9D8-4987-84BD-1B6CF9363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0A2ACC-7409-4663-A79E-5DE796250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4458-6194-4C25-9EE7-6242DD9648E6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08FE12-8237-418F-8662-DBA144CAE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66F766-4D18-4994-B042-34AE81095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81FE-BB12-47BB-99F1-4B76F74D8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480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262D09-9F95-4F52-A887-9F2716DFE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9A5B3D-FF2B-4F3D-BA08-576ED98C3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E9E61A-A4B2-48E4-9C26-2D99061BC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B0A3DD-85CD-4C9A-8A5E-E6B41596D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0A00435-CCB1-41E6-88F6-5774BA0ED2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550AAD0-15C8-4187-9C11-16F9148E0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4458-6194-4C25-9EE7-6242DD9648E6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C7260BC-0853-4E1A-8974-D91577F09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DE699FD-8A8D-4547-AB3C-433D928D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81FE-BB12-47BB-99F1-4B76F74D8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906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EB6075-DEF9-4365-B7BC-F535A03B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E26B7F7-117C-4F16-9BC2-268A3E50E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4458-6194-4C25-9EE7-6242DD9648E6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1D3B0E3-A5E2-483D-84FE-C5DAC492D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B74FB8-086A-4DA0-9044-20A18CCA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81FE-BB12-47BB-99F1-4B76F74D8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436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94478D-A855-4ADE-B426-934E5D63C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4458-6194-4C25-9EE7-6242DD9648E6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431E0E6-5FA1-47FC-9407-5D2125480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6152A0-48B3-42F7-B76E-9490D9DF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81FE-BB12-47BB-99F1-4B76F74D8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98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415024-E857-4925-BBA9-AA1D33001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C6B784-31B7-4724-A106-824EDD332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7F5029-E684-454A-B17A-49BFE7A7C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ABA090-AE87-4B06-B13F-C86C2EB05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4458-6194-4C25-9EE7-6242DD9648E6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D13295-CC87-4A74-834E-BA3609E2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05290D-FD56-4218-A703-7944BFDF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81FE-BB12-47BB-99F1-4B76F74D8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344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AC397B-F44F-4F8E-89DF-B4F95E962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0E825EA-1F60-4920-AC00-4CD98D6019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D9E3C17-A727-43C1-AF86-DB6878FE5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7D4F21-431D-490D-B81D-3E2296A93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4458-6194-4C25-9EE7-6242DD9648E6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A214D9-10B0-40A7-96CF-947B7CE0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6727C4-4EE7-43B1-8DC2-44BB5FA8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81FE-BB12-47BB-99F1-4B76F74D8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942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1776C-66D9-49A9-96F5-EF978ED16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737CE64-6B11-4358-BDBB-680334261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5A5CC9-9C8B-477A-A7E9-42A5FC6C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4458-6194-4C25-9EE7-6242DD9648E6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89CBF8-9B74-449D-8B30-02848AA3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4F2ADF-5899-411D-9CDE-686EDE08B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81FE-BB12-47BB-99F1-4B76F74D8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445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3C0EF0C-B865-4E88-BA77-C2EBE7E32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20360E-EEEA-4C09-B166-89514CF94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31095C-D07E-4A8A-B7E9-17B5592B6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4458-6194-4C25-9EE7-6242DD9648E6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4B2B7C-B151-4E75-9C34-4F57E153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8A1537-23B2-4B48-8D41-E48E9D09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81FE-BB12-47BB-99F1-4B76F74D8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288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CEEFD2-43E5-4673-86C2-9BAA3EAB0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BC6AC6-4BAD-47E1-BF3F-5DDB8C78E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A396A9-AF14-4A4E-BB04-ADCD6480C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F4458-6194-4C25-9EE7-6242DD9648E6}" type="datetimeFigureOut">
              <a:rPr lang="ru-RU" smtClean="0"/>
              <a:t>19.04.2025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D4FB40-001E-483C-8EDD-4ECCADBC4D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E1894F-F36E-49E6-A14D-D5F7A2FF7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81FE-BB12-47BB-99F1-4B76F74D86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567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0A27B-BD9F-4162-8677-B4592BF25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18094" y="527147"/>
            <a:ext cx="9144000" cy="2387600"/>
          </a:xfrm>
        </p:spPr>
        <p:txBody>
          <a:bodyPr/>
          <a:lstStyle/>
          <a:p>
            <a:r>
              <a:rPr lang="ru-RU" dirty="0"/>
              <a:t>Идейки проекта…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973C5C-096B-4E7C-AC59-39464248C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4334" y="6137848"/>
            <a:ext cx="9144000" cy="1655762"/>
          </a:xfrm>
        </p:spPr>
        <p:txBody>
          <a:bodyPr/>
          <a:lstStyle/>
          <a:p>
            <a:r>
              <a:rPr lang="ru-RU" dirty="0"/>
              <a:t>Аким Тарасов, Б03-414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986A9CA-92DD-43BE-893B-B4C54355C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4" y="3514725"/>
            <a:ext cx="575310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64AF403E-64BB-4EFE-860C-3604D4BC7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9028" y="0"/>
            <a:ext cx="5182972" cy="291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512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E927F0-5934-428E-B06B-F557F0422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Моя жизнь – сплошная медицина!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D86A8E-E484-4672-A359-9D5AE0F7A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027" y="2218590"/>
            <a:ext cx="5073965" cy="3121541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F585DAB-C977-41EF-8B44-3A8BBA5B6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81347">
            <a:off x="1105671" y="1642765"/>
            <a:ext cx="3497825" cy="466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D36337-0D9A-4B20-9B0B-E3A2C8AB5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992" y="1296017"/>
            <a:ext cx="2480060" cy="505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078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4814C-564E-47AC-BA1F-AE6DF1D28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Но….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F5F7C9-012D-4CEE-B9E3-2A4B840FA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6146" name="Picture 2" descr="Староста курса и староста группы 🌟Хорошее начало 👍🌟Отличной учëбы, сынок, и самого крутого студенчества🌟👍💕😘🥰">
            <a:extLst>
              <a:ext uri="{FF2B5EF4-FFF2-40B4-BE49-F238E27FC236}">
                <a16:creationId xmlns:a16="http://schemas.microsoft.com/office/drawing/2014/main" id="{59A1605D-F989-484A-B19E-C528DE49B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022" y="1411714"/>
            <a:ext cx="3875792" cy="5167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C3F96F80-3D7F-437A-A240-DA012DC9D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544" y="1411714"/>
            <a:ext cx="2953752" cy="5255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656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3C6435-0400-4E2F-983C-B3CD8433A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1462" y="500058"/>
            <a:ext cx="10515600" cy="1325563"/>
          </a:xfrm>
        </p:spPr>
        <p:txBody>
          <a:bodyPr/>
          <a:lstStyle/>
          <a:p>
            <a:r>
              <a:rPr lang="ru-RU" dirty="0"/>
              <a:t>Хочется что-то на стыке…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FAF3FF-8B1E-4632-8806-923BAC19D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243AC8-A248-4739-91BF-F12FBD656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198" y="2635474"/>
            <a:ext cx="5621075" cy="2731636"/>
          </a:xfrm>
          <a:prstGeom prst="rect">
            <a:avLst/>
          </a:prstGeom>
        </p:spPr>
      </p:pic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2147B17F-75A4-49A2-BBD0-9D13DA452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252" y="2392582"/>
            <a:ext cx="4826131" cy="3217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FB55E535-779C-4FB9-A172-253A67C3D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85" y="2392582"/>
            <a:ext cx="4826131" cy="3217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303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E0093B-E492-4510-B916-EB380FA1E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99C9C4-BBFD-48F0-9AF3-9E2928EE6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741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Автоматизация анализа изображений РГ</a:t>
            </a:r>
            <a:r>
              <a:rPr lang="en-US" dirty="0"/>
              <a:t>/</a:t>
            </a:r>
            <a:r>
              <a:rPr lang="ru-RU" dirty="0"/>
              <a:t>КТ</a:t>
            </a:r>
            <a:r>
              <a:rPr lang="en-US" dirty="0"/>
              <a:t>/</a:t>
            </a:r>
            <a:r>
              <a:rPr lang="ru-RU" dirty="0"/>
              <a:t>МРТ</a:t>
            </a: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2BA04C8-1A29-45C0-84D2-651B68BBF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48" y="2420227"/>
            <a:ext cx="6803928" cy="423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9E36A236-25C3-4A2A-A4EF-96D771F03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268" y="2507243"/>
            <a:ext cx="4487064" cy="373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icture background">
            <a:extLst>
              <a:ext uri="{FF2B5EF4-FFF2-40B4-BE49-F238E27FC236}">
                <a16:creationId xmlns:a16="http://schemas.microsoft.com/office/drawing/2014/main" id="{90F27323-2F80-4635-8A0E-B885165E0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935" y="2661072"/>
            <a:ext cx="5146675" cy="342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3657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7455A-AAC0-4FC5-A317-580DE013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46898F-C40C-4148-A494-16D182A45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Преобразование результатов МРТ в </a:t>
            </a:r>
            <a:r>
              <a:rPr lang="en-US" dirty="0"/>
              <a:t>3D</a:t>
            </a:r>
            <a:r>
              <a:rPr lang="ru-RU" dirty="0"/>
              <a:t> орган</a:t>
            </a:r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6ADBD33D-976B-4400-B5ED-935B262CD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33" y="2838932"/>
            <a:ext cx="4383726" cy="272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icture background">
            <a:extLst>
              <a:ext uri="{FF2B5EF4-FFF2-40B4-BE49-F238E27FC236}">
                <a16:creationId xmlns:a16="http://schemas.microsoft.com/office/drawing/2014/main" id="{AE8CF569-87FE-4470-B88A-520E43774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259" y="2838932"/>
            <a:ext cx="4841480" cy="272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icture background">
            <a:extLst>
              <a:ext uri="{FF2B5EF4-FFF2-40B4-BE49-F238E27FC236}">
                <a16:creationId xmlns:a16="http://schemas.microsoft.com/office/drawing/2014/main" id="{551EA5E2-C843-43B5-8F69-4E3FB3E4C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923" y="3259945"/>
            <a:ext cx="2463073" cy="174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8558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F4AB94-0742-41FB-BBFF-47ED1E208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AB0411-290A-48D8-B666-EF66246B1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Автоматический анализ результатов ЭКГ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BEE1DB-3457-443E-8EFB-5BF412DCC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90795"/>
            <a:ext cx="7437051" cy="38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551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D6B17F-21C0-41E9-8FD1-7603929F3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менее интересные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13E29E-A8EA-4251-90C6-BDE4AA198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198"/>
            <a:ext cx="11030146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Генерация синтетических медицинских данных для обучения моделей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Прогнозирование эпидемических вспышек на основе соцсетей и </a:t>
            </a:r>
            <a:r>
              <a:rPr lang="ru-RU" dirty="0" err="1"/>
              <a:t>геоданных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Прогнозирование реакции на терапию с помощью мультимодальных данных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8548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DF2CA-BFF2-425F-BB4D-791ADA59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2E98B4-FC08-4201-8D97-2ABEDE6EA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09DF9EE7-3197-4A00-B173-E57056013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1059"/>
            <a:ext cx="11040750" cy="690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3079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70</Words>
  <Application>Microsoft Office PowerPoint</Application>
  <PresentationFormat>Широкоэкранный</PresentationFormat>
  <Paragraphs>17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Идейки проекта…</vt:lpstr>
      <vt:lpstr>Моя жизнь – сплошная медицина!</vt:lpstr>
      <vt:lpstr>Но….</vt:lpstr>
      <vt:lpstr>Хочется что-то на стыке…</vt:lpstr>
      <vt:lpstr>Идея 1</vt:lpstr>
      <vt:lpstr>Идея 2</vt:lpstr>
      <vt:lpstr>Идея 3</vt:lpstr>
      <vt:lpstr>Идея менее интересные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Аким Тарасов</dc:title>
  <dc:creator>Akim Tarasov</dc:creator>
  <cp:lastModifiedBy>Akim Tarasov</cp:lastModifiedBy>
  <cp:revision>10</cp:revision>
  <dcterms:created xsi:type="dcterms:W3CDTF">2025-04-17T18:42:13Z</dcterms:created>
  <dcterms:modified xsi:type="dcterms:W3CDTF">2025-04-19T09:33:15Z</dcterms:modified>
</cp:coreProperties>
</file>